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B4F6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VAIDYAVANI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375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phone-first voice + OCR assistant that turns spoken prescriptions and paper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into one structured, shareable patient history — built for India's tier-2/3 hospitals.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RESKILL HACKATHON — IDEA SUBMISSION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Srinath Balakrishnan  •  Pranesh S  •  Umasuthan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is fragmented the moment it leaves the doctor's 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8892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by default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metro chains, most tier-2/3 hospitals still run on handwritten prescriptions and disconnected paper records.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0756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278892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lives in a shoebox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record is split across three clinics and a folder — not one app a new doctor can open.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65392" y="20756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65392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278892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time lost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or handwriting every prescription eats consult time that should go to the patient.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7830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1B2B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27464" y="20756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27464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78892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Illegible pharmacy orders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re-key or guess at handwriting, causing delays and dosage risk.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0B4F6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230368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~17,000 of 1.3 lakh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ABDM-enabled facilities nationally are private-sector — the small-clinic digitisation gap the mission itself has flagged.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DON'T FIT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scribes exist — they weren't built for this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502920"/>
          </a:xfrm>
          <a:prstGeom prst="rect">
            <a:avLst/>
          </a:prstGeom>
          <a:solidFill>
            <a:srgbClr val="0B4F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9164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691640"/>
            <a:ext cx="2011680" cy="502920"/>
          </a:xfrm>
          <a:prstGeom prst="rect">
            <a:avLst/>
          </a:prstGeom>
          <a:solidFill>
            <a:srgbClr val="0B4F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90672" y="1691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 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2606040" cy="502920"/>
          </a:xfrm>
          <a:prstGeom prst="rect">
            <a:avLst/>
          </a:prstGeom>
          <a:solidFill>
            <a:srgbClr val="0B4F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02352" y="1691640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 (Dragon Copilot)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691640"/>
            <a:ext cx="1965960" cy="502920"/>
          </a:xfrm>
          <a:prstGeom prst="rect">
            <a:avLst/>
          </a:prstGeom>
          <a:solidFill>
            <a:srgbClr val="0B4F6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08392" y="1691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Abridge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0" y="1691640"/>
            <a:ext cx="2011680" cy="502920"/>
          </a:xfrm>
          <a:prstGeom prst="rect">
            <a:avLst/>
          </a:prstGeom>
          <a:solidFill>
            <a:srgbClr val="00A89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74352" y="1691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VaidyaVani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19456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provider / month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19456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90672" y="21945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– $399+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2194560"/>
            <a:ext cx="2606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02352" y="2194560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~$369 – $600+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35240" y="2194560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08392" y="2194560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~$208 – $300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0" y="2194560"/>
            <a:ext cx="2011680" cy="566928"/>
          </a:xfrm>
          <a:prstGeom prst="rect">
            <a:avLst/>
          </a:prstGeom>
          <a:solidFill>
            <a:srgbClr val="E4F6F1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74352" y="219456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6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free-tier cloud APIs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2761488"/>
            <a:ext cx="246888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276148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2761488"/>
            <a:ext cx="201168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90672" y="276148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0" y="2761488"/>
            <a:ext cx="260604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02352" y="2761488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635240" y="2761488"/>
            <a:ext cx="196596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08392" y="2761488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01200" y="2761488"/>
            <a:ext cx="2011680" cy="566928"/>
          </a:xfrm>
          <a:prstGeom prst="rect">
            <a:avLst/>
          </a:prstGeom>
          <a:solidFill>
            <a:srgbClr val="E4F6F1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74352" y="276148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6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Tamil (Hinglish/Tanglish)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328416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33284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17520" y="3328416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90672" y="332841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ambulatory EHR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0" y="3328416"/>
            <a:ext cx="2606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02352" y="332841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/ Cerner, enterprise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35240" y="3328416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08392" y="3328416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 systems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601200" y="3328416"/>
            <a:ext cx="2011680" cy="566928"/>
          </a:xfrm>
          <a:prstGeom prst="rect">
            <a:avLst/>
          </a:prstGeom>
          <a:solidFill>
            <a:srgbClr val="E4F6F1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74352" y="332841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6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Indian hospitals, no EHR needed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3895344"/>
            <a:ext cx="246888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3895344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17520" y="3895344"/>
            <a:ext cx="201168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90672" y="389534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EHR plug-in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029200" y="3895344"/>
            <a:ext cx="260604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102352" y="3895344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EHR plug-in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635240" y="3895344"/>
            <a:ext cx="1965960" cy="566928"/>
          </a:xfrm>
          <a:prstGeom prst="rect">
            <a:avLst/>
          </a:prstGeom>
          <a:solidFill>
            <a:srgbClr val="F2F7F7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08392" y="3895344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EHR plug-in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601200" y="3895344"/>
            <a:ext cx="2011680" cy="566928"/>
          </a:xfrm>
          <a:prstGeom prst="rect">
            <a:avLst/>
          </a:prstGeom>
          <a:solidFill>
            <a:srgbClr val="E4F6F1"/>
          </a:solidFill>
          <a:ln w="9525">
            <a:solidFill>
              <a:srgbClr val="E1E8E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674352" y="389534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66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Phone-to-desk sync via Office Kit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45994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&amp; third-party 2026 pricing aggregations (Suki AI, Nuance DAX / Dragon Copilot, Abridge); National Health Authority ABDM adoption data.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phone, one flow, one patient record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VaidyaVani turns what already happens in a consult — talking and looking at old paperwork — into structured data, without asking the doctor to type anything.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0E3F4F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6517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401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</a:t>
            </a:r>
            <a:endParaRPr lang="en-US" sz="208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Dictate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speaks the prescription into the iQOO phone — medicine, dose, frequency, duration.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55848" y="23317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0E3F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47388" y="26517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47388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08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4023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photograph old paper prescriptions / lab reports to backfill history.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88736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63056" y="23317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0E3F4F"/>
          </a:solidFill>
          <a:ln/>
        </p:spPr>
      </p:sp>
      <p:sp>
        <p:nvSpPr>
          <p:cNvPr id="20" name="Shape 18"/>
          <p:cNvSpPr/>
          <p:nvPr/>
        </p:nvSpPr>
        <p:spPr>
          <a:xfrm>
            <a:off x="7054596" y="26517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4596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8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4023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feed one patient record: visit timeline, current medicines, insurance info.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970264" y="23317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0E3F4F"/>
          </a:solidFill>
          <a:ln/>
        </p:spPr>
      </p:sp>
      <p:sp>
        <p:nvSpPr>
          <p:cNvPr id="27" name="Shape 25"/>
          <p:cNvSpPr/>
          <p:nvPr/>
        </p:nvSpPr>
        <p:spPr>
          <a:xfrm>
            <a:off x="9861804" y="26517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861804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080" dirty="0"/>
          </a:p>
        </p:txBody>
      </p:sp>
      <p:sp>
        <p:nvSpPr>
          <p:cNvPr id="29" name="Text 27"/>
          <p:cNvSpPr txBox="1"/>
          <p:nvPr/>
        </p:nvSpPr>
        <p:spPr>
          <a:xfrm>
            <a:off x="9134856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40233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syncs via Office Kit to the front-desk / pharmacy laptop dashboard.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MOCKUP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screens, running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435608"/>
            <a:ext cx="2478024" cy="4078224"/>
          </a:xfrm>
          <a:prstGeom prst="roundRect">
            <a:avLst>
              <a:gd name="adj" fmla="val 3690"/>
            </a:avLst>
          </a:prstGeom>
          <a:solidFill>
            <a:srgbClr val="F2F7F7"/>
          </a:solidFill>
          <a:ln w="12700">
            <a:solidFill>
              <a:srgbClr val="E1E8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5000"/>
              </a:srgbClr>
            </a:outerShdw>
          </a:effectLst>
        </p:spPr>
      </p:sp>
      <p:pic>
        <p:nvPicPr>
          <p:cNvPr id="5" name="Image 0" descr="/home/user/IQOO/docs/screenshots/01_dict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233172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686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Dictation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61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record the spoken prescription.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63240" y="1435608"/>
            <a:ext cx="2478024" cy="4078224"/>
          </a:xfrm>
          <a:prstGeom prst="roundRect">
            <a:avLst>
              <a:gd name="adj" fmla="val 3690"/>
            </a:avLst>
          </a:prstGeom>
          <a:solidFill>
            <a:srgbClr val="F2F7F7"/>
          </a:solidFill>
          <a:ln w="12700">
            <a:solidFill>
              <a:srgbClr val="E1E8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5000"/>
              </a:srgbClr>
            </a:outerShdw>
          </a:effectLst>
        </p:spPr>
      </p:sp>
      <p:pic>
        <p:nvPicPr>
          <p:cNvPr id="9" name="Image 1" descr="/home/user/IQOO/docs/screenshots/02_confirm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36392" y="1508760"/>
            <a:ext cx="2331720" cy="393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36392" y="55686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36392" y="5861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 — doctor reviews before saving.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650992" y="1435608"/>
            <a:ext cx="2478024" cy="4078224"/>
          </a:xfrm>
          <a:prstGeom prst="roundRect">
            <a:avLst>
              <a:gd name="adj" fmla="val 3690"/>
            </a:avLst>
          </a:prstGeom>
          <a:solidFill>
            <a:srgbClr val="F2F7F7"/>
          </a:solidFill>
          <a:ln w="12700">
            <a:solidFill>
              <a:srgbClr val="E1E8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5000"/>
              </a:srgbClr>
            </a:outerShdw>
          </a:effectLst>
        </p:spPr>
      </p:sp>
      <p:pic>
        <p:nvPicPr>
          <p:cNvPr id="13" name="Image 2" descr="/home/user/IQOO/docs/screenshots/03_time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24144" y="1508760"/>
            <a:ext cx="2331720" cy="3931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24144" y="55686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Timeline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724144" y="5861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history, insurance, and records in one view.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238744" y="1435608"/>
            <a:ext cx="2478024" cy="4078224"/>
          </a:xfrm>
          <a:prstGeom prst="roundRect">
            <a:avLst>
              <a:gd name="adj" fmla="val 3690"/>
            </a:avLst>
          </a:prstGeom>
          <a:solidFill>
            <a:srgbClr val="F2F7F7"/>
          </a:solidFill>
          <a:ln w="12700">
            <a:solidFill>
              <a:srgbClr val="E1E8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5000"/>
              </a:srgbClr>
            </a:outerShdw>
          </a:effectLst>
        </p:spPr>
      </p:sp>
      <p:pic>
        <p:nvPicPr>
          <p:cNvPr id="17" name="Image 3" descr="/home/user/IQOO/docs/screenshots/04_summary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11896" y="1508760"/>
            <a:ext cx="2331720" cy="3931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11896" y="55686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sync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311896" y="5861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One-screen summary synced to the pharmacy via Office Kit.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extraction pipeline runs — on real multilingual samples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doctor-patient audio → Groq Whisper-large-v3 transcription → Groq Qwen structured extraction  •  prescription photo → Groq Qwen vision → structured JSON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conversations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417320" cy="384048"/>
          </a:xfrm>
          <a:prstGeom prst="rect">
            <a:avLst/>
          </a:prstGeom>
          <a:solidFill>
            <a:srgbClr val="00A896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3317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65960" y="2331720"/>
            <a:ext cx="1188720" cy="384048"/>
          </a:xfrm>
          <a:prstGeom prst="rect">
            <a:avLst/>
          </a:prstGeom>
          <a:solidFill>
            <a:srgbClr val="00A896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20824" y="23317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2331720"/>
            <a:ext cx="2926080" cy="384048"/>
          </a:xfrm>
          <a:prstGeom prst="rect">
            <a:avLst/>
          </a:prstGeom>
          <a:solidFill>
            <a:srgbClr val="00A896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9544" y="233172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" y="27157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audio_01.mp4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65960" y="271576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20824" y="271576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271576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9544" y="27157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regimen correct; patient name misheard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1417320" cy="457200"/>
          </a:xfrm>
          <a:prstGeom prst="rect">
            <a:avLst/>
          </a:prstGeom>
          <a:solidFill>
            <a:srgbClr val="F2F7F7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31729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audio_02.mp4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65960" y="3172968"/>
            <a:ext cx="1188720" cy="457200"/>
          </a:xfrm>
          <a:prstGeom prst="rect">
            <a:avLst/>
          </a:prstGeom>
          <a:solidFill>
            <a:srgbClr val="F2F7F7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20824" y="317296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3172968"/>
            <a:ext cx="2926080" cy="457200"/>
          </a:xfrm>
          <a:prstGeom prst="rect">
            <a:avLst/>
          </a:prstGeom>
          <a:solidFill>
            <a:srgbClr val="F2F7F7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9544" y="31729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Cetirizine regimen correct, normalized to English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" y="36301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audio_03.mp4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65960" y="363016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20824" y="363016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Tanglish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3630168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9544" y="36301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medicines corrected; regimen mostly normalized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images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55080" y="2331720"/>
            <a:ext cx="1051560" cy="384048"/>
          </a:xfrm>
          <a:prstGeom prst="rect">
            <a:avLst/>
          </a:prstGeom>
          <a:solidFill>
            <a:srgbClr val="00A896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9944" y="233172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0" y="2331720"/>
            <a:ext cx="1417320" cy="384048"/>
          </a:xfrm>
          <a:prstGeom prst="rect">
            <a:avLst/>
          </a:prstGeom>
          <a:solidFill>
            <a:srgbClr val="00A896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61504" y="23317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23960" y="2331720"/>
            <a:ext cx="2816352" cy="384048"/>
          </a:xfrm>
          <a:prstGeom prst="rect">
            <a:avLst/>
          </a:prstGeom>
          <a:solidFill>
            <a:srgbClr val="00A896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78824" y="233172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2715768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9944" y="2715768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image_01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06640" y="2715768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61504" y="27157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handwriting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23960" y="2715768"/>
            <a:ext cx="2816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78824" y="271576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medicine rows detected; 1 name unclear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3172968"/>
            <a:ext cx="1051560" cy="457200"/>
          </a:xfrm>
          <a:prstGeom prst="rect">
            <a:avLst/>
          </a:prstGeom>
          <a:solidFill>
            <a:srgbClr val="F2F7F7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3172968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image_02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06640" y="3172968"/>
            <a:ext cx="1417320" cy="457200"/>
          </a:xfrm>
          <a:prstGeom prst="rect">
            <a:avLst/>
          </a:prstGeom>
          <a:solidFill>
            <a:srgbClr val="F2F7F7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61504" y="31729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illegible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823960" y="3172968"/>
            <a:ext cx="2816352" cy="457200"/>
          </a:xfrm>
          <a:prstGeom prst="rect">
            <a:avLst/>
          </a:prstGeom>
          <a:solidFill>
            <a:srgbClr val="F2F7F7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78824" y="317296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— flags for manual review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55080" y="3630168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9944" y="3630168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image_03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06640" y="3630168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61504" y="363016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823960" y="3630168"/>
            <a:ext cx="2816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78824" y="363016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+ strength detected; frequency ambiguous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52120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0B4F6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68680" y="534924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proves end-to-end multilingual conversation and image extraction is feasible on free-tier APIs — every generated record is shown as an editable draft, with low-confidence fields flagged for the doctor to confirm before saving.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and built for the hospitals incumbents skip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88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37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cost base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free-plan Groq Whisper + vision limits today; a paid tier would still undercut $200–$600/month Western scribes by an order of magnitude.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2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888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37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design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on English, Hinglish and Tanglish conversations — not English-only dictation.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9758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975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82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46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EHR required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03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standalone for hospitals with no Epic/Cerner — syncs phone-to-desk via Office Kit instead of a deep EHR integration project.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200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2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49758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4975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2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46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Confirmation-first UX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703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an editable draft; low-confidence fields are flagged — designed around the POC's own accuracy limits, not against them.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SELECTED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30-hour build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idea-submission prototype is a mockup + a feasibility script, deliberately. Here's what the 30-hour round adds: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933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Office Kit sync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993392"/>
            <a:ext cx="7178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sync alert with an actual phone-to-laptop bridge (screen mirror or file transfer) to a working dashboard.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603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560320"/>
            <a:ext cx="7178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front-desk/pharmacy screen that receives synced records, not a mock alert.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1272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mockup to the POC pipeline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127248"/>
            <a:ext cx="7178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app's dictation/OCR screens to the extract.py pipeline validated in the POC, in place of demo-mode mock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STT for drug vocabulary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694176"/>
            <a:ext cx="7178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common-drug-name recognition on-device to cut latency and API dependence — stretch goal, not core scope.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2611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Confirmation-first data model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4261104"/>
            <a:ext cx="7178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record as a draft with per-field confidence, matching what the POC evaluation showed is necessary.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even at 30 hours: full FHIR compliance, production-grade security review, multi-hospital rollout.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PRIOR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team,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0E3F4F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516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34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Srinath Balakrishnan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107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&amp; App Shell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13048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four-screen Expo/React Native click-through prototype — dictation, confirmation, timeline, and dashboard sync views.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0E3F4F"/>
          </a:solidFill>
          <a:ln/>
        </p:spPr>
      </p:sp>
      <p:sp>
        <p:nvSpPr>
          <p:cNvPr id="11" name="Shape 9"/>
          <p:cNvSpPr/>
          <p:nvPr/>
        </p:nvSpPr>
        <p:spPr>
          <a:xfrm>
            <a:off x="5600700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007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34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Pranesh 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4107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Pipeline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813048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evaluated the voice/OCR-to-structured-data extraction pipeline across English, Hinglish and Tanglish samples.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0E3F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49740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497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34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Umasuthan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4107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Deck, Video &amp; Research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813048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Data Science undergrad (Amrita Vishwa Vidyapeetham) with hands-on ML data-pipeline, biomedical signal-processing and hardware-integration experience — owns the market research, narrative, and submission package.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VaidyaVani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154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~30-hour MVP away from letting any tier-2/3 hospital doctor speak a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and hand the pharmacy a clean, structured record.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4-screen clickable mockup  •  Feasibility: multilingual voice + OCR extraction POC  •  60–90s walkthrough video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VaidyaVani — Srinath Balakrishnan · Pranesh S · Umasuthan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2026-09-08T10:00:50Z</dcterms:created>
  <dcterms:modified xsi:type="dcterms:W3CDTF">2026-09-08T10:00:50Z</dcterms:modified>
</cp:coreProperties>
</file>